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89A8BE-7317-E657-5AB2-710CAFE4B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1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ECC0-ADD3-A411-2BB1-30D838D8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344437-B2B6-F348-BB5E-9E86FB443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183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2120D-3B09-AAFB-3138-127248EE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654B79-FCB0-CA62-001E-30588FB1F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00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FB43D-8443-692C-B32E-3CCF91073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96FD7BF-7CD4-F0BB-4185-2A91E671D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108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7D139-12A4-D213-0B5A-4AEDCD1CF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57AB43-B428-46C2-FCE3-EF56CB0F6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ED45C-FAA5-DC0B-0861-0C1D9143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4154FD-2045-011D-789B-5FB20BD0B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1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AF341-6ECA-C110-73E0-9FF3994B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89C539-B00C-73DC-B484-B2F564F92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0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AE1FE-69C2-461C-4F15-789BD415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5760B5-82C0-75AC-B111-B8A52A7E6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0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E8FC5-BA16-8D7C-DCCC-CD37E1D96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6C245D-A77B-D1F1-7976-0293D43C8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91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283FE-9148-DB32-3170-AF0E595E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42FBE2-44EB-3C46-FB01-E070829F7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486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Произвольный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Gradient Simple Minimalist Clean Finance Mobile Apps Presentation</dc:title>
  <cp:lastModifiedBy>Никита Безбородов</cp:lastModifiedBy>
  <cp:revision>2</cp:revision>
  <dcterms:created xsi:type="dcterms:W3CDTF">2006-08-16T00:00:00Z</dcterms:created>
  <dcterms:modified xsi:type="dcterms:W3CDTF">2026-06-03T17:34:17Z</dcterms:modified>
  <dc:identifier>DAHLPUEqpqg</dc:identifier>
</cp:coreProperties>
</file>